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FastAPI +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Diffuser des données Olist via une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Projet : récupérer et croiser des données e-commerce stockées dans MongoDB.</a:t>
            </a:r>
          </a:p>
          <a:p>
            <a:pPr>
              <a:spcAft>
                <a:spcPts val="1200"/>
              </a:spcAft>
              <a:defRPr sz="2200"/>
            </a:pPr>
            <a:r>
              <a:t>FastAPI expose les données sous forme d’API REST.</a:t>
            </a:r>
          </a:p>
          <a:p>
            <a:pPr>
              <a:spcAft>
                <a:spcPts val="1200"/>
              </a:spcAft>
              <a:defRPr sz="2200"/>
            </a:pPr>
            <a:r>
              <a:t>MongoDB réalise une agrégation avec plusieurs $lookup.</a:t>
            </a:r>
          </a:p>
          <a:p>
            <a:pPr>
              <a:spcAft>
                <a:spcPts val="1200"/>
              </a:spcAft>
              <a:defRPr sz="2200"/>
            </a:pPr>
            <a:r>
              <a:t>Exemple étudié : produits + commandes + clients + avis.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Les données Olist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orders : commandes et statut de la commande</a:t>
            </a:r>
          </a:p>
          <a:p>
            <a:pPr>
              <a:spcAft>
                <a:spcPts val="1200"/>
              </a:spcAft>
              <a:defRPr sz="2000"/>
            </a:pPr>
            <a:r>
              <a:t>customers : informations client, notamment le code postal</a:t>
            </a:r>
          </a:p>
          <a:p>
            <a:pPr>
              <a:spcAft>
                <a:spcPts val="1200"/>
              </a:spcAft>
              <a:defRPr sz="2000"/>
            </a:pPr>
            <a:r>
              <a:t>order_items : produits présents dans chaque commande et prix</a:t>
            </a:r>
          </a:p>
          <a:p>
            <a:pPr>
              <a:spcAft>
                <a:spcPts val="1200"/>
              </a:spcAft>
              <a:defRPr sz="2000"/>
            </a:pPr>
            <a:r>
              <a:t>products : catégorie et informations produit</a:t>
            </a:r>
          </a:p>
          <a:p>
            <a:pPr>
              <a:spcAft>
                <a:spcPts val="1200"/>
              </a:spcAft>
              <a:defRPr sz="2000"/>
            </a:pPr>
            <a:r>
              <a:t>order_reviews : note donnée par le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Architecture du projet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468880"/>
            <a:ext cx="1920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2468880"/>
            <a:ext cx="1920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FastAPI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2468880"/>
            <a:ext cx="1920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MongoDB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468880"/>
            <a:ext cx="1920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JSON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926080"/>
            <a:ext cx="10058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577840" y="2926080"/>
            <a:ext cx="10058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0" y="2926080"/>
            <a:ext cx="9144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39319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Le client appelle un endpoint FastAPI.</a:t>
            </a:r>
          </a:p>
          <a:p>
            <a:pPr>
              <a:spcAft>
                <a:spcPts val="1200"/>
              </a:spcAft>
              <a:defRPr sz="1800"/>
            </a:pPr>
            <a:r>
              <a:t>FastAPI exécute la fonction qui interroge MongoDB.</a:t>
            </a:r>
          </a:p>
          <a:p>
            <a:pPr>
              <a:spcAft>
                <a:spcPts val="1200"/>
              </a:spcAft>
              <a:defRPr sz="1800"/>
            </a:pPr>
            <a:r>
              <a:t>MongoDB renvoie les données agrégées.</a:t>
            </a:r>
          </a:p>
          <a:p>
            <a:pPr>
              <a:spcAft>
                <a:spcPts val="1200"/>
              </a:spcAft>
              <a:defRPr sz="1800"/>
            </a:pPr>
            <a:r>
              <a:t>FastAPI transforme le résultat en réponse JSON.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Le pipeline MongoDB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789920" cy="4480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700">
                <a:latin typeface="Consolas"/>
              </a:defRPr>
            </a:pPr>
            <a:r>
              <a:t>pipeline = [</a:t>
            </a:r>
            <a:br/>
            <a:r>
              <a:t>    {"$match": {"order_status": "delivered"}},</a:t>
            </a:r>
            <a:br/>
            <a:r>
              <a:t>    {"$lookup": {...}},</a:t>
            </a:r>
            <a:br/>
            <a:r>
              <a:t>    {"$unwind": "$customer"},</a:t>
            </a:r>
            <a:br/>
            <a:r>
              <a:t>    {"$lookup": {...}},</a:t>
            </a:r>
            <a:br/>
            <a:r>
              <a:t>    {"$unwind": "$items"},</a:t>
            </a:r>
            <a:br/>
            <a:r>
              <a:t>    {"$lookup": {...}},</a:t>
            </a:r>
            <a:br/>
            <a:r>
              <a:t>    {"$unwind": "$product"},</a:t>
            </a:r>
            <a:br/>
            <a:r>
              <a:t>    {"$lookup": {...}},</a:t>
            </a:r>
            <a:br/>
            <a:r>
              <a:t>    {"$unwind": "$review"},</a:t>
            </a:r>
            <a:br/>
            <a:r>
              <a:t>    {"$project": {...}},</a:t>
            </a:r>
            <a:br/>
            <a:r>
              <a:t>    {"$limit": 10}</a:t>
            </a:r>
            <a:br/>
            <a: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$match : filtrer les commandes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8992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2200">
                <a:latin typeface="Consolas"/>
              </a:defRPr>
            </a:pPr>
            <a:r>
              <a:t>{"$match": {"order_status": "delivered"}}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On conserve uniquement les commandes livrées.</a:t>
            </a:r>
          </a:p>
          <a:p>
            <a:pPr>
              <a:spcAft>
                <a:spcPts val="1200"/>
              </a:spcAft>
              <a:defRPr sz="2100"/>
            </a:pPr>
            <a:r>
              <a:t>Les commandes annulées ou non terminées sont exclues.</a:t>
            </a:r>
          </a:p>
          <a:p>
            <a:pPr>
              <a:spcAft>
                <a:spcPts val="1200"/>
              </a:spcAft>
              <a:defRPr sz="2100"/>
            </a:pPr>
            <a:r>
              <a:t>C’est comparable à une clause WHERE en SQL.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$lookup : faire des jointures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789920" cy="4480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700">
                <a:latin typeface="Consolas"/>
              </a:defRPr>
            </a:pPr>
            <a:r>
              <a:t>{"$lookup": {</a:t>
            </a:r>
            <a:br/>
            <a:r>
              <a:t>    "from": "customers",</a:t>
            </a:r>
            <a:br/>
            <a:r>
              <a:t>    "localField": "customer_id",</a:t>
            </a:r>
            <a:br/>
            <a:r>
              <a:t>    "foreignField": "customer_id",</a:t>
            </a:r>
            <a:br/>
            <a:r>
              <a:t>    "as": "customer"</a:t>
            </a:r>
            <a:br/>
            <a:r>
              <a:t>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Le $lookup récupère les informations d’une autre collection.</a:t>
            </a:r>
          </a:p>
          <a:p>
            <a:pPr>
              <a:spcAft>
                <a:spcPts val="1200"/>
              </a:spcAft>
              <a:defRPr sz="1800"/>
            </a:pPr>
            <a:r>
              <a:t>Ici : orders → customers.</a:t>
            </a:r>
          </a:p>
          <a:p>
            <a:pPr>
              <a:spcAft>
                <a:spcPts val="1200"/>
              </a:spcAft>
              <a:defRPr sz="1800"/>
            </a:pPr>
            <a:r>
              <a:t>Le principe ressemble à JOIN en SQL.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$unwind : simplifier les tableaux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89920" cy="2194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2000">
                <a:latin typeface="Consolas"/>
              </a:defRPr>
            </a:pPr>
            <a:r>
              <a:t>{"$unwind": "$customer"}</a:t>
            </a:r>
            <a:br/>
            <a:r>
              <a:t>{"$unwind": "$items"}</a:t>
            </a:r>
            <a:br/>
            <a:r>
              <a:t>{"$unwind": "$product"}</a:t>
            </a:r>
            <a:br/>
            <a:r>
              <a:t>{"$unwind": "$review"}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$lookup produit généralement un tableau.</a:t>
            </a:r>
          </a:p>
          <a:p>
            <a:pPr>
              <a:spcAft>
                <a:spcPts val="1200"/>
              </a:spcAft>
              <a:defRPr sz="1900"/>
            </a:pPr>
            <a:r>
              <a:t>$unwind transforme chaque élément du tableau en document distinct.</a:t>
            </a:r>
          </a:p>
          <a:p>
            <a:pPr>
              <a:spcAft>
                <a:spcPts val="1200"/>
              </a:spcAft>
              <a:defRPr sz="1900"/>
            </a:pPr>
            <a:r>
              <a:t>Cela permet ensuite d’accéder directement aux champs.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$project : construire le résultat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789920" cy="4480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400">
                <a:latin typeface="Consolas"/>
              </a:defRPr>
            </a:pPr>
            <a:r>
              <a:t>{"$project": {</a:t>
            </a:r>
            <a:br/>
            <a:r>
              <a:t>    "_id": 0,</a:t>
            </a:r>
            <a:br/>
            <a:r>
              <a:t>    "order_id": 1,</a:t>
            </a:r>
            <a:br/>
            <a:r>
              <a:t>    "customer_id": 1,</a:t>
            </a:r>
            <a:br/>
            <a:r>
              <a:t>    "zipcode": "$customer.customer_zip_code_prefix",</a:t>
            </a:r>
            <a:br/>
            <a:r>
              <a:t>    "product_id": "$items.product_id",</a:t>
            </a:r>
            <a:br/>
            <a:r>
              <a:t>    "product_category": "$product.product_category_name",</a:t>
            </a:r>
            <a:br/>
            <a:r>
              <a:t>    "price": "$items.price",</a:t>
            </a:r>
            <a:br/>
            <a:r>
              <a:t>    "review_score": "$review.review_score"</a:t>
            </a:r>
            <a:br/>
            <a:r>
              <a:t>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Résultat obtenu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89920" cy="3291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900">
                <a:latin typeface="Consolas"/>
              </a:defRPr>
            </a:pPr>
            <a:r>
              <a:t>{</a:t>
            </a:r>
            <a:br/>
            <a:r>
              <a:t>  "order_id": "abc123",</a:t>
            </a:r>
            <a:br/>
            <a:r>
              <a:t>  "customer_id": "customer456",</a:t>
            </a:r>
            <a:br/>
            <a:r>
              <a:t>  "zipcode": 12345,</a:t>
            </a:r>
            <a:br/>
            <a:r>
              <a:t>  "product_id": "product789",</a:t>
            </a:r>
            <a:br/>
            <a:r>
              <a:t>  "product_category": "health_beauty",</a:t>
            </a:r>
            <a:br/>
            <a:r>
              <a:t>  "price": 99.90,</a:t>
            </a:r>
            <a:br/>
            <a:r>
              <a:t>  "review_score": 5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Chaque résultat regroupe des informations provenant de plusieurs collections.</a:t>
            </a:r>
          </a:p>
          <a:p>
            <a:pPr>
              <a:spcAft>
                <a:spcPts val="1200"/>
              </a:spcAft>
              <a:defRPr sz="1700"/>
            </a:pPr>
            <a:r>
              <a:t>Le format JSON est directement exploitable par une application web ou mobile.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Exposer les données avec FastAPI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89920" cy="3108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900">
                <a:latin typeface="Consolas"/>
              </a:defRPr>
            </a:pPr>
            <a:r>
              <a:t>from fastapi import FastAPI</a:t>
            </a:r>
            <a:br/>
            <a:br/>
            <a:r>
              <a:t>app = FastAPI()</a:t>
            </a:r>
            <a:br/>
            <a:br/>
            <a:r>
              <a:t>@app.get("/produits-review")</a:t>
            </a:r>
            <a:br/>
            <a:r>
              <a:t>def produits_review():</a:t>
            </a:r>
            <a:br/>
            <a:r>
              <a:t>    return produits_review_olist()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Endpoint : GET /produits-review</a:t>
            </a:r>
          </a:p>
          <a:p>
            <a:pPr>
              <a:spcAft>
                <a:spcPts val="1200"/>
              </a:spcAft>
              <a:defRPr sz="1800"/>
            </a:pPr>
            <a:r>
              <a:t>FastAPI appelle la fonction MongoDB.</a:t>
            </a:r>
          </a:p>
          <a:p>
            <a:pPr>
              <a:spcAft>
                <a:spcPts val="1200"/>
              </a:spcAft>
              <a:defRPr sz="1800"/>
            </a:pPr>
            <a:r>
              <a:t>La liste Python est automatiquement renvoyée en JSON.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Fonctionnement complet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Le client demande /produits-review</a:t>
            </a:r>
          </a:p>
          <a:p>
            <a:pPr>
              <a:spcAft>
                <a:spcPts val="1200"/>
              </a:spcAft>
              <a:defRPr sz="2000"/>
            </a:pPr>
            <a:r>
              <a:t>2. FastAPI reçoit la requête</a:t>
            </a:r>
          </a:p>
          <a:p>
            <a:pPr>
              <a:spcAft>
                <a:spcPts val="1200"/>
              </a:spcAft>
              <a:defRPr sz="2000"/>
            </a:pPr>
            <a:r>
              <a:t>3. MongoDB filtre les commandes livrées</a:t>
            </a:r>
          </a:p>
          <a:p>
            <a:pPr>
              <a:spcAft>
                <a:spcPts val="1200"/>
              </a:spcAft>
              <a:defRPr sz="2000"/>
            </a:pPr>
            <a:r>
              <a:t>4. MongoDB joint clients, articles, produits et avis</a:t>
            </a:r>
          </a:p>
          <a:p>
            <a:pPr>
              <a:spcAft>
                <a:spcPts val="1200"/>
              </a:spcAft>
              <a:defRPr sz="2000"/>
            </a:pPr>
            <a:r>
              <a:t>5. $project sélectionne les champs utiles</a:t>
            </a:r>
          </a:p>
          <a:p>
            <a:pPr>
              <a:spcAft>
                <a:spcPts val="1200"/>
              </a:spcAft>
              <a:defRPr sz="2000"/>
            </a:pPr>
            <a:r>
              <a:t>6. FastAPI diffuse le résultat en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MongoDB permet de croiser plusieurs collections avec un pipeline d’agrégation.</a:t>
            </a:r>
          </a:p>
          <a:p>
            <a:pPr>
              <a:spcAft>
                <a:spcPts val="1200"/>
              </a:spcAft>
              <a:defRPr sz="2100"/>
            </a:pPr>
            <a:r>
              <a:t>FastAPI permet d’exposer simplement le résultat sous forme d’API.</a:t>
            </a:r>
          </a:p>
          <a:p>
            <a:pPr>
              <a:spcAft>
                <a:spcPts val="1200"/>
              </a:spcAft>
              <a:defRPr sz="2100"/>
            </a:pPr>
            <a:r>
              <a:t>Le pipeline produit une vue synthétique : commande, client, produit, prix et avis.</a:t>
            </a:r>
          </a:p>
          <a:p>
            <a:pPr>
              <a:spcAft>
                <a:spcPts val="1200"/>
              </a:spcAft>
              <a:defRPr sz="2100"/>
            </a:pPr>
            <a:r>
              <a:t>Cette API peut ensuite être consommée par un site web, une application mobile ou un outil d’analyse.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La modélisation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Organisation des collections et relations entre les données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2057400" cy="2057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/>
            </a:pPr>
            <a:r>
              <a:t>orders</a:t>
            </a:r>
          </a:p>
          <a:p>
            <a:pPr algn="ctr">
              <a:defRPr sz="1300"/>
            </a:pPr>
            <a:r>
              <a:t>order_id</a:t>
            </a:r>
          </a:p>
          <a:p>
            <a:pPr algn="ctr">
              <a:defRPr sz="1300"/>
            </a:pPr>
            <a:r>
              <a:t>customer_id</a:t>
            </a:r>
          </a:p>
          <a:p>
            <a:pPr algn="ctr">
              <a:defRPr sz="1300"/>
            </a:pPr>
            <a:r>
              <a:t>order_status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1828800"/>
            <a:ext cx="2057400" cy="2057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/>
            </a:pPr>
            <a:r>
              <a:t>customers</a:t>
            </a:r>
          </a:p>
          <a:p>
            <a:pPr algn="ctr">
              <a:defRPr sz="1300"/>
            </a:pPr>
            <a:r>
              <a:t>customer_id</a:t>
            </a:r>
          </a:p>
          <a:p>
            <a:pPr algn="ctr">
              <a:defRPr sz="1300"/>
            </a:pPr>
            <a:r>
              <a:t>customer_zip_code_prefix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28800"/>
            <a:ext cx="2057400" cy="2057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/>
            </a:pPr>
            <a:r>
              <a:t>order_items</a:t>
            </a:r>
          </a:p>
          <a:p>
            <a:pPr algn="ctr">
              <a:defRPr sz="1300"/>
            </a:pPr>
            <a:r>
              <a:t>order_id</a:t>
            </a:r>
          </a:p>
          <a:p>
            <a:pPr algn="ctr">
              <a:defRPr sz="1300"/>
            </a:pPr>
            <a:r>
              <a:t>product_id</a:t>
            </a:r>
          </a:p>
          <a:p>
            <a:pPr algn="ctr">
              <a:defRPr sz="1300"/>
            </a:pPr>
            <a:r>
              <a:t>price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828800"/>
            <a:ext cx="2057400" cy="2057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/>
            </a:pPr>
            <a:r>
              <a:t>products</a:t>
            </a:r>
          </a:p>
          <a:p>
            <a:pPr algn="ctr">
              <a:defRPr sz="1300"/>
            </a:pPr>
            <a:r>
              <a:t>product_id</a:t>
            </a:r>
          </a:p>
          <a:p>
            <a:pPr algn="ctr">
              <a:defRPr sz="1300"/>
            </a:pPr>
            <a:r>
              <a:t>product_category_name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828800"/>
            <a:ext cx="2057400" cy="2057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/>
            </a:pPr>
            <a:r>
              <a:t>order_reviews</a:t>
            </a:r>
          </a:p>
          <a:p>
            <a:pPr algn="ctr">
              <a:defRPr sz="1300"/>
            </a:pPr>
            <a:r>
              <a:t>order_id</a:t>
            </a:r>
          </a:p>
          <a:p>
            <a:pPr algn="ctr">
              <a:defRPr sz="1300"/>
            </a:pPr>
            <a:r>
              <a:t>review_score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Le modèle conserve les données dans plusieurs collections spécialisées.</a:t>
            </a:r>
          </a:p>
          <a:p>
            <a:pPr>
              <a:spcAft>
                <a:spcPts val="1200"/>
              </a:spcAft>
              <a:defRPr sz="1700"/>
            </a:pPr>
            <a:r>
              <a:t>Les relations sont réalisées avec les identifiants : customer_id, order_id et product_id.</a:t>
            </a:r>
          </a:p>
          <a:p>
            <a:pPr>
              <a:spcAft>
                <a:spcPts val="1200"/>
              </a:spcAft>
              <a:defRPr sz="1700"/>
            </a:pPr>
            <a:r>
              <a:t>Cette organisation évite de dupliquer les informations produit et client.</a:t>
            </a:r>
          </a:p>
          <a:p>
            <a:pPr>
              <a:spcAft>
                <a:spcPts val="1200"/>
              </a:spcAft>
              <a:defRPr sz="1700"/>
            </a:pPr>
            <a:r>
              <a:t>Les $lookup permettent de reconstituer une vue complète au moment de la requête.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Le choix des index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Accélérer les recherches et les $lookup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orders : index sur { customer_id: 1 } pour les recherches par client.</a:t>
            </a:r>
          </a:p>
          <a:p>
            <a:pPr>
              <a:spcAft>
                <a:spcPts val="1200"/>
              </a:spcAft>
              <a:defRPr sz="1700"/>
            </a:pPr>
            <a:r>
              <a:t>orders : index sur { order_status: 1 } pour filtrer rapidement les commandes livrées.</a:t>
            </a:r>
          </a:p>
          <a:p>
            <a:pPr>
              <a:spcAft>
                <a:spcPts val="1200"/>
              </a:spcAft>
              <a:defRPr sz="1700"/>
            </a:pPr>
            <a:r>
              <a:t>order_items : index sur { order_id: 1 } pour le $lookup depuis orders.</a:t>
            </a:r>
          </a:p>
          <a:p>
            <a:pPr>
              <a:spcAft>
                <a:spcPts val="1200"/>
              </a:spcAft>
              <a:defRPr sz="1700"/>
            </a:pPr>
            <a:r>
              <a:t>order_items : index sur { product_id: 1 } pour les recherches par produit.</a:t>
            </a:r>
          </a:p>
          <a:p>
            <a:pPr>
              <a:spcAft>
                <a:spcPts val="1200"/>
              </a:spcAft>
              <a:defRPr sz="1700"/>
            </a:pPr>
            <a:r>
              <a:t>customers : index sur { customer_id: 1 } pour le $lookup orders → customers.</a:t>
            </a:r>
          </a:p>
          <a:p>
            <a:pPr>
              <a:spcAft>
                <a:spcPts val="1200"/>
              </a:spcAft>
              <a:defRPr sz="1700"/>
            </a:pPr>
            <a:r>
              <a:t>products : index sur { product_id: 1 } pour le $lookup order_items → products.</a:t>
            </a:r>
          </a:p>
          <a:p>
            <a:pPr>
              <a:spcAft>
                <a:spcPts val="1200"/>
              </a:spcAft>
              <a:defRPr sz="1700"/>
            </a:pPr>
            <a:r>
              <a:t>order_reviews : index sur { order_id: 1 } pour le $lookup orders → reviews.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Création des index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789920" cy="4206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latin typeface="Consolas"/>
              </a:defRPr>
            </a:pPr>
            <a:r>
              <a:t>db.orders.createIndex({ customer_id: 1 })</a:t>
            </a:r>
            <a:br/>
            <a:r>
              <a:t>db.orders.createIndex({ order_status: 1 })</a:t>
            </a:r>
            <a:br/>
            <a:br/>
            <a:r>
              <a:t>db.order_items.createIndex({ order_id: 1 })</a:t>
            </a:r>
            <a:br/>
            <a:r>
              <a:t>db.order_items.createIndex({ product_id: 1 })</a:t>
            </a:r>
            <a:br/>
            <a:br/>
            <a:r>
              <a:t>db.customers.createIndex({ customer_id: 1 })</a:t>
            </a:r>
            <a:br/>
            <a:r>
              <a:t>db.products.createIndex({ product_id: 1 })</a:t>
            </a:r>
            <a:br/>
            <a:r>
              <a:t>db.order_reviews.createIndex({ order_id: 1 })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623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/>
            </a:pPr>
            <a:r>
              <a:t>L’index doit être choisi en fonction des requêtes réellement utilisées.</a:t>
            </a:r>
          </a:p>
          <a:p>
            <a:pPr>
              <a:spcAft>
                <a:spcPts val="1200"/>
              </a:spcAft>
              <a:defRPr sz="1400"/>
            </a:pPr>
            <a:r>
              <a:t>Trop d’index augmentent l’espace disque et le coût des écritures.</a:t>
            </a:r>
          </a:p>
          <a:p>
            <a:pPr>
              <a:spcAft>
                <a:spcPts val="1200"/>
              </a:spcAft>
              <a:defRPr sz="1400"/>
            </a:pPr>
            <a:r>
              <a:t>Les index doivent être vérifiés avec explain() sur les requêtes importantes.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Pourquoi ces index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1. $match sur order_status : l’index peut réduire rapidement le nombre de documents examinés.</a:t>
            </a:r>
          </a:p>
          <a:p>
            <a:pPr>
              <a:spcAft>
                <a:spcPts val="1200"/>
              </a:spcAft>
              <a:defRPr sz="1800"/>
            </a:pPr>
            <a:r>
              <a:t>2. $lookup sur customer_id : l’index sur customers.customer_id facilite la recherche correspondante.</a:t>
            </a:r>
          </a:p>
          <a:p>
            <a:pPr>
              <a:spcAft>
                <a:spcPts val="1200"/>
              </a:spcAft>
              <a:defRPr sz="1800"/>
            </a:pPr>
            <a:r>
              <a:t>3. $lookup sur order_id : l’index sur order_items.order_id et order_reviews.order_id accélère les jointures.</a:t>
            </a:r>
          </a:p>
          <a:p>
            <a:pPr>
              <a:spcAft>
                <a:spcPts val="1200"/>
              </a:spcAft>
              <a:defRPr sz="1800"/>
            </a:pPr>
            <a:r>
              <a:t>4. $lookup sur product_id : l’index sur products.product_id accélère la récupération du produit.</a:t>
            </a:r>
          </a:p>
          <a:p>
            <a:pPr>
              <a:spcAft>
                <a:spcPts val="1200"/>
              </a:spcAft>
              <a:defRPr sz="1800"/>
            </a:pPr>
            <a:r>
              <a:t>5. Validation : utiliser explain("executionStats") pour comparer les performances avant/après.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Modélisation et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Modélisation : plusieurs collections, chacune responsable d’un type de donnée.</a:t>
            </a:r>
          </a:p>
          <a:p>
            <a:pPr>
              <a:spcAft>
                <a:spcPts val="1200"/>
              </a:spcAft>
              <a:defRPr sz="2000"/>
            </a:pPr>
            <a:r>
              <a:t>Relations : order_id, customer_id et product_id servent de clés de liaison.</a:t>
            </a:r>
          </a:p>
          <a:p>
            <a:pPr>
              <a:spcAft>
                <a:spcPts val="1200"/>
              </a:spcAft>
              <a:defRPr sz="2000"/>
            </a:pPr>
            <a:r>
              <a:t>Agrégation : $match → $lookup → $unwind → $project.</a:t>
            </a:r>
          </a:p>
          <a:p>
            <a:pPr>
              <a:spcAft>
                <a:spcPts val="1200"/>
              </a:spcAft>
              <a:defRPr sz="2000"/>
            </a:pPr>
            <a:r>
              <a:t>Performance : indexer les champs utilisés pour les filtres et les jointures.</a:t>
            </a:r>
          </a:p>
          <a:p>
            <a:pPr>
              <a:spcAft>
                <a:spcPts val="1200"/>
              </a:spcAft>
              <a:defRPr sz="2000"/>
            </a:pPr>
            <a:r>
              <a:t>Contrôle : vérifier les plans d’exécution avec explain().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